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286000"/>
            <a:ext cx="2743200" cy="27432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960120"/>
            <a:ext cx="1645920" cy="2743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· CODE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Framework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para Dinamizadores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1389888" cy="749808"/>
          </a:xfrm>
          <a:prstGeom prst="rect">
            <a:avLst/>
          </a:prstGeom>
          <a:solidFill>
            <a:srgbClr val="556B7A">
              <a:alpha val="70000"/>
            </a:srgbClr>
          </a:solidFill>
          <a:ln w="12700">
            <a:solidFill>
              <a:srgbClr val="556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6968" y="3749040"/>
            <a:ext cx="987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02536" y="3749040"/>
            <a:ext cx="1389888" cy="749808"/>
          </a:xfrm>
          <a:prstGeom prst="rect">
            <a:avLst/>
          </a:prstGeom>
          <a:solidFill>
            <a:srgbClr val="0057A8">
              <a:alpha val="70000"/>
            </a:srgbClr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02536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86584" y="3749040"/>
            <a:ext cx="987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02152" y="3749040"/>
            <a:ext cx="1389888" cy="749808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86200" y="3749040"/>
            <a:ext cx="987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01768" y="3749040"/>
            <a:ext cx="1389888" cy="749808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85816" y="3749040"/>
            <a:ext cx="987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01384" y="3749040"/>
            <a:ext cx="1389888" cy="749808"/>
          </a:xfrm>
          <a:prstGeom prst="rect">
            <a:avLst/>
          </a:prstGeom>
          <a:solidFill>
            <a:srgbClr val="6D62E8">
              <a:alpha val="70000"/>
            </a:srgbClr>
          </a:solidFill>
          <a:ln w="12700">
            <a:solidFill>
              <a:srgbClr val="6D6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85432" y="3749040"/>
            <a:ext cx="987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Retrospetiva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Learning Framework · CICF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STEP em 5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framework modular para sessões de aprendizagem ativa — cada step tem um papel claro, deliverables definidos e flexibilidade para adaptar a qualquer tema ou faixa etária.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554480" cy="502920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o Terreno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715768"/>
            <a:ext cx="1408176" cy="274320"/>
          </a:xfrm>
          <a:prstGeom prst="rect">
            <a:avLst/>
          </a:prstGeom>
          <a:solidFill>
            <a:srgbClr val="556B7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7157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408176" cy="9144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136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· cria contexto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6002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03120" y="1600200"/>
            <a:ext cx="1554480" cy="502920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76272" y="21488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Mundo com Novos Olhos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76272" y="2715768"/>
            <a:ext cx="1408176" cy="274320"/>
          </a:xfrm>
          <a:prstGeom prst="rect">
            <a:avLst/>
          </a:prstGeom>
          <a:solidFill>
            <a:srgbClr val="0057A8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76272" y="27157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76272" y="3063240"/>
            <a:ext cx="1408176" cy="9144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2" name="Text 20"/>
          <p:cNvSpPr/>
          <p:nvPr/>
        </p:nvSpPr>
        <p:spPr>
          <a:xfrm>
            <a:off x="2176272" y="3136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 · faz perguntas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16002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1600200"/>
            <a:ext cx="155448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06240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22192" y="21488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com Propósito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22192" y="2715768"/>
            <a:ext cx="1408176" cy="2743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22192" y="27157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22192" y="3063240"/>
            <a:ext cx="1408176" cy="9144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1" name="Text 29"/>
          <p:cNvSpPr/>
          <p:nvPr/>
        </p:nvSpPr>
        <p:spPr>
          <a:xfrm>
            <a:off x="3822192" y="3136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 o desafio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16002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94960" y="1600200"/>
            <a:ext cx="155448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852160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68112" y="21488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Mostrar, Questionar, Projetar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68112" y="2715768"/>
            <a:ext cx="1408176" cy="27432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68112" y="27157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68112" y="3063240"/>
            <a:ext cx="1408176" cy="9144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40" name="Text 38"/>
          <p:cNvSpPr/>
          <p:nvPr/>
        </p:nvSpPr>
        <p:spPr>
          <a:xfrm>
            <a:off x="5468112" y="3136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 · valoriza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16002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40880" y="1600200"/>
            <a:ext cx="1554480" cy="502920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498080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Retrospetiva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14032" y="21488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em Mim?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14032" y="2715768"/>
            <a:ext cx="1408176" cy="274320"/>
          </a:xfrm>
          <a:prstGeom prst="rect">
            <a:avLst/>
          </a:prstGeom>
          <a:solidFill>
            <a:srgbClr val="6D62E8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14032" y="27157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62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14032" y="3063240"/>
            <a:ext cx="1408176" cy="9144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49" name="Text 47"/>
          <p:cNvSpPr/>
          <p:nvPr/>
        </p:nvSpPr>
        <p:spPr>
          <a:xfrm>
            <a:off x="7114032" y="3136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espaço de reflexão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 slides seguintes detalham cada step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  ·  10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o Terreno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solidFill>
            <a:srgbClr val="556B7A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5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dinamizador lidera · cria contexto e curiosidade · ainda não explica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651760" cy="310896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curiosidade antes de qualquer explicação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contexto físico e emocional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o pensamento antes de ligar o computador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651760" cy="310896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O que fazer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5 objetos físicos na mesa antes de os participantes entrarem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 de silêncio real — não interromper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 respostas oralmente (1 por pessoa)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a pergunta de ligação que abre o Step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72768"/>
            <a:ext cx="2651760" cy="310896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Deliverable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com curiosidade ativada e atenção focada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respostas visível no quadro/ecrã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16243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36576" cy="804672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5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de ligação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8587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se eu vos disser que todos estes objetos podem ser descritos com apenas dois números?"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 ·  20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Mundo com Novos Olhos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solidFill>
            <a:srgbClr val="0057A8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dinamizador circula · faz perguntas · não dá respostas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651760" cy="310896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livre da ferramenta (10 min sem instruções)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e validar o Brief Canvas do grupo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o nível de ambição de cada grupo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651760" cy="310896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O que fazer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exploram sozinhos — resistir a instruções antecipadas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 observar (não resolver)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campo 4 do Canvas (ideia de desafio)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critérios de sucesso são mensuráveis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72768"/>
            <a:ext cx="2651760" cy="310896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Deliverable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Canvas preenchido e validado por grupo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4 claro: objeto específico + destinatário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5 mensurável: critério verificável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16243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36576" cy="804672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âncora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8587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já tentaram?" — Esta é sempre a primeira resposta a qualquer pedido de ajuda."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 ·  50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com Propósito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dinamizador calibra o desafio · não resolve · celebra a tentativa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651760" cy="3108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Fase 1 · 0–15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dirigida — modelos livres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quem progride e quem está preso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651760" cy="3108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Fase 2 · 15–35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intencional do objeto do Canvas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modelo exportado: 'versão 1 feita — o que melhoras?'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72768"/>
            <a:ext cx="2651760" cy="3108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Fase 3 · 35–50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slicer com STLs dos grupos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paredes ≥ 1.2mm e orientação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fila de impressão (20–45 min por peça)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16243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36576" cy="8046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Sócrates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8587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"Muda apenas o primeiro ponto. O que mudou na forma?" — Perguntas pequenas desbloqueiam grandes descobertas."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 ·  20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Mostrar, Questionar, Projetar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dinamizador modera o feedback · garante que todos falam · valoriza processo E resultado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651760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apresenta em 3 minutos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estruturado com post-its por cor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sucesso avaliados pelos próprios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651760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Estrutura da Galeria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modelo com rotação automática ativa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JSON no ecrã durante apresentação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Post-its: 🟡 o que funcionou · 🟢 uma sugestão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72768"/>
            <a:ext cx="2651760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Deliverable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avaliou os seus critérios do Canvas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Post-its de feedback trocados e visíveis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impresso ou em impressão na mesa central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16243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36576" cy="8046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de feedback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8587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 'está bonito' — queremos feedback específico. O que funcionou? O que mudavas?"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 ·  15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em Mim?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Retrospetiva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solidFill>
            <a:srgbClr val="6D62E8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D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dinamizador cria espaço de reflexão genuíno · não avalia · regista observações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651760" cy="310896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a aprendizagem de forma consciente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a experiência a conceitos mais amplos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que cada um leva para além da sessão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651760" cy="310896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3 Frases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"Aprendi que..."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"Fiquei surpreendido quando..."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 próxima vez quero..."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72768"/>
            <a:ext cx="2651760" cy="310896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Deliverable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938528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escrita individual (não recolher)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 oral de 1 frase por pessoa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do dinamizador para relatório pós-sessão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16243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36576" cy="804672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D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de reflexão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8587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vou recolher. É para vocês. Mas peço que cada um partilhe uma frase — a que quiser."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Deliverables por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 principal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143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 necessário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0" y="1143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72184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72184"/>
            <a:ext cx="36576" cy="621792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" y="1563624"/>
            <a:ext cx="310896" cy="310896"/>
          </a:xfrm>
          <a:prstGeom prst="rect">
            <a:avLst/>
          </a:prstGeom>
          <a:solidFill>
            <a:srgbClr val="556B7A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47218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 ativada · Lista de respostas no quadro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objetos físicos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focada antes do ecrã?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093976"/>
            <a:ext cx="8412480" cy="621792"/>
          </a:xfrm>
          <a:prstGeom prst="rect">
            <a:avLst/>
          </a:prstGeom>
          <a:solidFill>
            <a:srgbClr val="EFF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093976"/>
            <a:ext cx="36576" cy="621792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" y="2185416"/>
            <a:ext cx="310896" cy="310896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209397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2130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Canvas validado com critérios mensuráveis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130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projeto (1 por grupo)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4 específico? Campo 5 verificável?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15768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15768"/>
            <a:ext cx="36576" cy="6217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" y="2807208"/>
            <a:ext cx="310896" cy="3108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" y="271576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2752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3D exportado como STL · Impressão iniciada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2752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com CODE3D · Impressora · Slicer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7523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 ≥ 1.2mm? JSON guardado?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337560"/>
            <a:ext cx="8412480" cy="621792"/>
          </a:xfrm>
          <a:prstGeom prst="rect">
            <a:avLst/>
          </a:prstGeom>
          <a:solidFill>
            <a:srgbClr val="EFF3F8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3337560"/>
            <a:ext cx="36576" cy="6217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5" name="Shape 33"/>
          <p:cNvSpPr/>
          <p:nvPr/>
        </p:nvSpPr>
        <p:spPr>
          <a:xfrm>
            <a:off x="402336" y="3429000"/>
            <a:ext cx="310896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808" y="333756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Post-its trocados · Critérios avaliados pelo grupo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Post-its 2 cores · Projetor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3741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grupos apresentaram?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959352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3959352"/>
            <a:ext cx="36576" cy="621792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43" name="Shape 41"/>
          <p:cNvSpPr/>
          <p:nvPr/>
        </p:nvSpPr>
        <p:spPr>
          <a:xfrm>
            <a:off x="402336" y="4050792"/>
            <a:ext cx="310896" cy="310896"/>
          </a:xfrm>
          <a:prstGeom prst="rect">
            <a:avLst/>
          </a:prstGeom>
          <a:solidFill>
            <a:srgbClr val="6D62E8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9808" y="395935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Retrospetiva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7160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individual + partilha oral + notas internas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3192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reflexão (opcional)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92240" y="3995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D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do dinamizador preenchidas?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· ADAPTAR PARA A TUA ATIVIDADE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Tua Atividade com o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97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 da atividade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CODE3D, BioSense, RoboArm...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411480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97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/ área 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Design 3D, Biologia, Robótica...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84832"/>
            <a:ext cx="411480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939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Público-alvo e duração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59152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12–16 anos · 90 min · 4 grupos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084832"/>
            <a:ext cx="411480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939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 / material principal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359152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App web, kit Arduino, microscópio...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80944"/>
            <a:ext cx="411480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90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Objeto de Step 0 (gatilho de curiosidade)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255264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colocas na mesa para ativar a observação?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98094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80944"/>
            <a:ext cx="411480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90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 final esperado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255264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grupo vai produzir ou apresentar?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Duplica este slide e preenche para cada atividade que dinamizas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6D62E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Adaptar o STEP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977640" cy="141732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554480"/>
            <a:ext cx="45720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1682496"/>
            <a:ext cx="32918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16824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Ajusta os tempos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" y="2084832"/>
            <a:ext cx="37764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Step 2 para sessões curtas. Mantém sempre o Step 0 — é o mais barato e o mais poderoso.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554480"/>
            <a:ext cx="3977640" cy="141732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1554480"/>
            <a:ext cx="45720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45736" y="1682496"/>
            <a:ext cx="32918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9784" y="16824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Mantém o Brief Canvas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45736" y="2084832"/>
            <a:ext cx="37764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4 (desafio) e o campo 5 (critérios) são inegociáveis — sem eles não há avaliação com propósito.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3977640" cy="141732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154680"/>
            <a:ext cx="45720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" y="3282696"/>
            <a:ext cx="32918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282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Nunca dês a resposta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" y="3685032"/>
            <a:ext cx="37764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qualquer resposta por uma pergunta. O método STEP assenta na descoberta como veículo de aprendizagem.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154680"/>
            <a:ext cx="3977640" cy="141732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154680"/>
            <a:ext cx="45720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45736" y="3282696"/>
            <a:ext cx="32918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9784" y="3282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 entre sessões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45736" y="3685032"/>
            <a:ext cx="37764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as notas pós-sessão. O que funcionou pior numa sessão torna-se o design brief da próxima.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Learning Framework · CICF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Learning Framework</dc:title>
  <dc:subject>PptxGenJS Presentation</dc:subject>
  <dc:creator>CICF</dc:creator>
  <cp:lastModifiedBy>CICF</cp:lastModifiedBy>
  <cp:revision>1</cp:revision>
  <dcterms:created xsi:type="dcterms:W3CDTF">2026-03-05T21:14:11Z</dcterms:created>
  <dcterms:modified xsi:type="dcterms:W3CDTF">2026-03-05T21:14:11Z</dcterms:modified>
</cp:coreProperties>
</file>